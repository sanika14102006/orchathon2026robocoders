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59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hamitrarupawte@gmail.com" userId="1bd50d44be12643a" providerId="LiveId" clId="{9A1F86D7-E4B3-4CC4-B03F-88C35A341DBE}"/>
    <pc:docChg chg="undo custSel addSld modSld">
      <pc:chgData name="sanghamitrarupawte@gmail.com" userId="1bd50d44be12643a" providerId="LiveId" clId="{9A1F86D7-E4B3-4CC4-B03F-88C35A341DBE}" dt="2026-04-05T04:17:09.885" v="1211" actId="14100"/>
      <pc:docMkLst>
        <pc:docMk/>
      </pc:docMkLst>
      <pc:sldChg chg="modSp mod">
        <pc:chgData name="sanghamitrarupawte@gmail.com" userId="1bd50d44be12643a" providerId="LiveId" clId="{9A1F86D7-E4B3-4CC4-B03F-88C35A341DBE}" dt="2026-04-05T04:15:53.857" v="1206" actId="20577"/>
        <pc:sldMkLst>
          <pc:docMk/>
          <pc:sldMk cId="3883257210" sldId="258"/>
        </pc:sldMkLst>
        <pc:spChg chg="mod">
          <ac:chgData name="sanghamitrarupawte@gmail.com" userId="1bd50d44be12643a" providerId="LiveId" clId="{9A1F86D7-E4B3-4CC4-B03F-88C35A341DBE}" dt="2026-04-04T20:48:10.998" v="433" actId="20577"/>
          <ac:spMkLst>
            <pc:docMk/>
            <pc:sldMk cId="3883257210" sldId="258"/>
            <ac:spMk id="35" creationId="{B58A8DC0-548C-3182-48BF-76A73E87A349}"/>
          </ac:spMkLst>
        </pc:spChg>
        <pc:spChg chg="mod">
          <ac:chgData name="sanghamitrarupawte@gmail.com" userId="1bd50d44be12643a" providerId="LiveId" clId="{9A1F86D7-E4B3-4CC4-B03F-88C35A341DBE}" dt="2026-04-05T04:15:53.857" v="1206" actId="20577"/>
          <ac:spMkLst>
            <pc:docMk/>
            <pc:sldMk cId="3883257210" sldId="258"/>
            <ac:spMk id="37" creationId="{A9902074-CAF1-2D3C-A2F5-969825511C2E}"/>
          </ac:spMkLst>
        </pc:spChg>
      </pc:sldChg>
      <pc:sldChg chg="addSp modSp mod">
        <pc:chgData name="sanghamitrarupawte@gmail.com" userId="1bd50d44be12643a" providerId="LiveId" clId="{9A1F86D7-E4B3-4CC4-B03F-88C35A341DBE}" dt="2026-04-04T21:14:38.256" v="593" actId="14100"/>
        <pc:sldMkLst>
          <pc:docMk/>
          <pc:sldMk cId="551041596" sldId="259"/>
        </pc:sldMkLst>
        <pc:picChg chg="add mod">
          <ac:chgData name="sanghamitrarupawte@gmail.com" userId="1bd50d44be12643a" providerId="LiveId" clId="{9A1F86D7-E4B3-4CC4-B03F-88C35A341DBE}" dt="2026-04-04T21:14:38.256" v="593" actId="14100"/>
          <ac:picMkLst>
            <pc:docMk/>
            <pc:sldMk cId="551041596" sldId="259"/>
            <ac:picMk id="7" creationId="{0D7CE34E-6EB0-8B9D-8A1F-6597FCE0C5CC}"/>
          </ac:picMkLst>
        </pc:picChg>
      </pc:sldChg>
      <pc:sldChg chg="addSp delSp modSp mod">
        <pc:chgData name="sanghamitrarupawte@gmail.com" userId="1bd50d44be12643a" providerId="LiveId" clId="{9A1F86D7-E4B3-4CC4-B03F-88C35A341DBE}" dt="2026-04-04T20:17:40.763" v="136" actId="14100"/>
        <pc:sldMkLst>
          <pc:docMk/>
          <pc:sldMk cId="2357834995" sldId="260"/>
        </pc:sldMkLst>
        <pc:spChg chg="add mod">
          <ac:chgData name="sanghamitrarupawte@gmail.com" userId="1bd50d44be12643a" providerId="LiveId" clId="{9A1F86D7-E4B3-4CC4-B03F-88C35A341DBE}" dt="2026-04-04T19:58:27.894" v="58" actId="207"/>
          <ac:spMkLst>
            <pc:docMk/>
            <pc:sldMk cId="2357834995" sldId="260"/>
            <ac:spMk id="4" creationId="{3FA6DAEE-FA37-41F5-751C-C9234489F997}"/>
          </ac:spMkLst>
        </pc:spChg>
        <pc:spChg chg="add mod">
          <ac:chgData name="sanghamitrarupawte@gmail.com" userId="1bd50d44be12643a" providerId="LiveId" clId="{9A1F86D7-E4B3-4CC4-B03F-88C35A341DBE}" dt="2026-04-04T20:05:07.012" v="96" actId="14100"/>
          <ac:spMkLst>
            <pc:docMk/>
            <pc:sldMk cId="2357834995" sldId="260"/>
            <ac:spMk id="5" creationId="{9DFFBCFD-50D2-92C9-AF71-C9BE5CDA8125}"/>
          </ac:spMkLst>
        </pc:spChg>
        <pc:spChg chg="add mod">
          <ac:chgData name="sanghamitrarupawte@gmail.com" userId="1bd50d44be12643a" providerId="LiveId" clId="{9A1F86D7-E4B3-4CC4-B03F-88C35A341DBE}" dt="2026-04-04T20:17:20.964" v="132" actId="14100"/>
          <ac:spMkLst>
            <pc:docMk/>
            <pc:sldMk cId="2357834995" sldId="260"/>
            <ac:spMk id="7" creationId="{AA51B5D1-3E43-A481-8D3C-559DC4FDECB4}"/>
          </ac:spMkLst>
        </pc:spChg>
        <pc:spChg chg="add del">
          <ac:chgData name="sanghamitrarupawte@gmail.com" userId="1bd50d44be12643a" providerId="LiveId" clId="{9A1F86D7-E4B3-4CC4-B03F-88C35A341DBE}" dt="2026-04-04T20:04:12.442" v="89" actId="21"/>
          <ac:spMkLst>
            <pc:docMk/>
            <pc:sldMk cId="2357834995" sldId="260"/>
            <ac:spMk id="8" creationId="{407D1183-1944-A092-1494-DE2A6C6ACD27}"/>
          </ac:spMkLst>
        </pc:spChg>
        <pc:spChg chg="add del">
          <ac:chgData name="sanghamitrarupawte@gmail.com" userId="1bd50d44be12643a" providerId="LiveId" clId="{9A1F86D7-E4B3-4CC4-B03F-88C35A341DBE}" dt="2026-04-04T20:04:21.801" v="91" actId="21"/>
          <ac:spMkLst>
            <pc:docMk/>
            <pc:sldMk cId="2357834995" sldId="260"/>
            <ac:spMk id="9" creationId="{BAA61899-1B98-12A4-515F-9F8BEA7CC18F}"/>
          </ac:spMkLst>
        </pc:spChg>
        <pc:spChg chg="add del mod">
          <ac:chgData name="sanghamitrarupawte@gmail.com" userId="1bd50d44be12643a" providerId="LiveId" clId="{9A1F86D7-E4B3-4CC4-B03F-88C35A341DBE}" dt="2026-04-04T20:09:12.071" v="113" actId="21"/>
          <ac:spMkLst>
            <pc:docMk/>
            <pc:sldMk cId="2357834995" sldId="260"/>
            <ac:spMk id="10" creationId="{4E091934-75D5-DCB0-82C8-1CD2C6883B3C}"/>
          </ac:spMkLst>
        </pc:spChg>
        <pc:picChg chg="add mod">
          <ac:chgData name="sanghamitrarupawte@gmail.com" userId="1bd50d44be12643a" providerId="LiveId" clId="{9A1F86D7-E4B3-4CC4-B03F-88C35A341DBE}" dt="2026-04-04T19:55:15.420" v="8"/>
          <ac:picMkLst>
            <pc:docMk/>
            <pc:sldMk cId="2357834995" sldId="260"/>
            <ac:picMk id="2" creationId="{52184F68-5638-A53C-83EE-E0B11E9D4D82}"/>
          </ac:picMkLst>
        </pc:picChg>
        <pc:picChg chg="add mod">
          <ac:chgData name="sanghamitrarupawte@gmail.com" userId="1bd50d44be12643a" providerId="LiveId" clId="{9A1F86D7-E4B3-4CC4-B03F-88C35A341DBE}" dt="2026-04-04T19:55:24.932" v="9"/>
          <ac:picMkLst>
            <pc:docMk/>
            <pc:sldMk cId="2357834995" sldId="260"/>
            <ac:picMk id="3" creationId="{B992F25E-0607-B7C6-537D-8C40B07663DA}"/>
          </ac:picMkLst>
        </pc:picChg>
        <pc:picChg chg="add mod">
          <ac:chgData name="sanghamitrarupawte@gmail.com" userId="1bd50d44be12643a" providerId="LiveId" clId="{9A1F86D7-E4B3-4CC4-B03F-88C35A341DBE}" dt="2026-04-04T20:17:40.763" v="136" actId="14100"/>
          <ac:picMkLst>
            <pc:docMk/>
            <pc:sldMk cId="2357834995" sldId="260"/>
            <ac:picMk id="11" creationId="{F30E38CF-2042-5D57-9C83-82858C44AF9A}"/>
          </ac:picMkLst>
        </pc:picChg>
      </pc:sldChg>
      <pc:sldChg chg="addSp modSp mod">
        <pc:chgData name="sanghamitrarupawte@gmail.com" userId="1bd50d44be12643a" providerId="LiveId" clId="{9A1F86D7-E4B3-4CC4-B03F-88C35A341DBE}" dt="2026-04-04T21:13:56.322" v="589" actId="2711"/>
        <pc:sldMkLst>
          <pc:docMk/>
          <pc:sldMk cId="779275368" sldId="261"/>
        </pc:sldMkLst>
        <pc:spChg chg="add mod">
          <ac:chgData name="sanghamitrarupawte@gmail.com" userId="1bd50d44be12643a" providerId="LiveId" clId="{9A1F86D7-E4B3-4CC4-B03F-88C35A341DBE}" dt="2026-04-04T21:03:30.104" v="487" actId="14100"/>
          <ac:spMkLst>
            <pc:docMk/>
            <pc:sldMk cId="779275368" sldId="261"/>
            <ac:spMk id="4" creationId="{6EE5760D-01D0-8A88-AFDE-9403E57812A9}"/>
          </ac:spMkLst>
        </pc:spChg>
        <pc:spChg chg="mod">
          <ac:chgData name="sanghamitrarupawte@gmail.com" userId="1bd50d44be12643a" providerId="LiveId" clId="{9A1F86D7-E4B3-4CC4-B03F-88C35A341DBE}" dt="2026-04-04T21:03:54.688" v="488" actId="1076"/>
          <ac:spMkLst>
            <pc:docMk/>
            <pc:sldMk cId="779275368" sldId="261"/>
            <ac:spMk id="10" creationId="{8C2C16BC-61E5-85AE-0020-31A0A3C2E6CE}"/>
          </ac:spMkLst>
        </pc:spChg>
        <pc:spChg chg="mod">
          <ac:chgData name="sanghamitrarupawte@gmail.com" userId="1bd50d44be12643a" providerId="LiveId" clId="{9A1F86D7-E4B3-4CC4-B03F-88C35A341DBE}" dt="2026-04-04T21:04:06.817" v="490" actId="1076"/>
          <ac:spMkLst>
            <pc:docMk/>
            <pc:sldMk cId="779275368" sldId="261"/>
            <ac:spMk id="18" creationId="{285CC28A-B0C1-42ED-D7F7-95BADF437B65}"/>
          </ac:spMkLst>
        </pc:spChg>
        <pc:spChg chg="mod">
          <ac:chgData name="sanghamitrarupawte@gmail.com" userId="1bd50d44be12643a" providerId="LiveId" clId="{9A1F86D7-E4B3-4CC4-B03F-88C35A341DBE}" dt="2026-04-04T20:52:26.847" v="438" actId="20577"/>
          <ac:spMkLst>
            <pc:docMk/>
            <pc:sldMk cId="779275368" sldId="261"/>
            <ac:spMk id="20" creationId="{6E96D652-F4AE-6363-FB48-4549C8F39E22}"/>
          </ac:spMkLst>
        </pc:spChg>
        <pc:spChg chg="mod">
          <ac:chgData name="sanghamitrarupawte@gmail.com" userId="1bd50d44be12643a" providerId="LiveId" clId="{9A1F86D7-E4B3-4CC4-B03F-88C35A341DBE}" dt="2026-04-04T20:52:35.253" v="439" actId="21"/>
          <ac:spMkLst>
            <pc:docMk/>
            <pc:sldMk cId="779275368" sldId="261"/>
            <ac:spMk id="23" creationId="{6C79A037-3398-8D14-0570-ACA67E4972BA}"/>
          </ac:spMkLst>
        </pc:spChg>
        <pc:spChg chg="mod">
          <ac:chgData name="sanghamitrarupawte@gmail.com" userId="1bd50d44be12643a" providerId="LiveId" clId="{9A1F86D7-E4B3-4CC4-B03F-88C35A341DBE}" dt="2026-04-04T21:13:56.322" v="589" actId="2711"/>
          <ac:spMkLst>
            <pc:docMk/>
            <pc:sldMk cId="779275368" sldId="261"/>
            <ac:spMk id="25" creationId="{E9A20F32-5924-0181-6DAA-ACE2DE32223F}"/>
          </ac:spMkLst>
        </pc:spChg>
        <pc:picChg chg="mod">
          <ac:chgData name="sanghamitrarupawte@gmail.com" userId="1bd50d44be12643a" providerId="LiveId" clId="{9A1F86D7-E4B3-4CC4-B03F-88C35A341DBE}" dt="2026-04-04T21:04:13.104" v="491" actId="1076"/>
          <ac:picMkLst>
            <pc:docMk/>
            <pc:sldMk cId="779275368" sldId="261"/>
            <ac:picMk id="16" creationId="{E08E9B29-EF6B-E51D-C32E-8EEDA9D9628E}"/>
          </ac:picMkLst>
        </pc:picChg>
        <pc:picChg chg="mod">
          <ac:chgData name="sanghamitrarupawte@gmail.com" userId="1bd50d44be12643a" providerId="LiveId" clId="{9A1F86D7-E4B3-4CC4-B03F-88C35A341DBE}" dt="2026-04-04T20:58:20.209" v="462" actId="1076"/>
          <ac:picMkLst>
            <pc:docMk/>
            <pc:sldMk cId="779275368" sldId="261"/>
            <ac:picMk id="21" creationId="{F6EAEE4F-3073-0FFA-6B39-D63DD05145B0}"/>
          </ac:picMkLst>
        </pc:picChg>
      </pc:sldChg>
      <pc:sldChg chg="addSp delSp modSp new mod">
        <pc:chgData name="sanghamitrarupawte@gmail.com" userId="1bd50d44be12643a" providerId="LiveId" clId="{9A1F86D7-E4B3-4CC4-B03F-88C35A341DBE}" dt="2026-04-04T21:17:34.312" v="695" actId="14100"/>
        <pc:sldMkLst>
          <pc:docMk/>
          <pc:sldMk cId="3950615559" sldId="262"/>
        </pc:sldMkLst>
        <pc:spChg chg="add mod">
          <ac:chgData name="sanghamitrarupawte@gmail.com" userId="1bd50d44be12643a" providerId="LiveId" clId="{9A1F86D7-E4B3-4CC4-B03F-88C35A341DBE}" dt="2026-04-04T20:12:03.083" v="120" actId="207"/>
          <ac:spMkLst>
            <pc:docMk/>
            <pc:sldMk cId="3950615559" sldId="262"/>
            <ac:spMk id="4" creationId="{F1AB964D-6C41-EB37-94B2-753ED4D84E7E}"/>
          </ac:spMkLst>
        </pc:spChg>
        <pc:spChg chg="add mod">
          <ac:chgData name="sanghamitrarupawte@gmail.com" userId="1bd50d44be12643a" providerId="LiveId" clId="{9A1F86D7-E4B3-4CC4-B03F-88C35A341DBE}" dt="2026-04-04T20:18:40.091" v="156" actId="1076"/>
          <ac:spMkLst>
            <pc:docMk/>
            <pc:sldMk cId="3950615559" sldId="262"/>
            <ac:spMk id="5" creationId="{DBB27C47-601B-41C6-0806-9C839622737D}"/>
          </ac:spMkLst>
        </pc:spChg>
        <pc:spChg chg="add mod">
          <ac:chgData name="sanghamitrarupawte@gmail.com" userId="1bd50d44be12643a" providerId="LiveId" clId="{9A1F86D7-E4B3-4CC4-B03F-88C35A341DBE}" dt="2026-04-04T21:17:34.312" v="695" actId="14100"/>
          <ac:spMkLst>
            <pc:docMk/>
            <pc:sldMk cId="3950615559" sldId="262"/>
            <ac:spMk id="7" creationId="{D0622AE4-560F-46F7-3E3C-0B6FDB53589A}"/>
          </ac:spMkLst>
        </pc:spChg>
        <pc:spChg chg="add mod">
          <ac:chgData name="sanghamitrarupawte@gmail.com" userId="1bd50d44be12643a" providerId="LiveId" clId="{9A1F86D7-E4B3-4CC4-B03F-88C35A341DBE}" dt="2026-04-04T20:27:39.706" v="247" actId="20577"/>
          <ac:spMkLst>
            <pc:docMk/>
            <pc:sldMk cId="3950615559" sldId="262"/>
            <ac:spMk id="9" creationId="{C73EDF62-D8E6-F5AD-ECC5-566C7F526C24}"/>
          </ac:spMkLst>
        </pc:spChg>
        <pc:picChg chg="add mod">
          <ac:chgData name="sanghamitrarupawte@gmail.com" userId="1bd50d44be12643a" providerId="LiveId" clId="{9A1F86D7-E4B3-4CC4-B03F-88C35A341DBE}" dt="2026-04-04T20:11:36.137" v="117"/>
          <ac:picMkLst>
            <pc:docMk/>
            <pc:sldMk cId="3950615559" sldId="262"/>
            <ac:picMk id="2" creationId="{7AA10D0E-06D7-AC6F-448B-9AAD3B2A0CDA}"/>
          </ac:picMkLst>
        </pc:picChg>
        <pc:picChg chg="add mod">
          <ac:chgData name="sanghamitrarupawte@gmail.com" userId="1bd50d44be12643a" providerId="LiveId" clId="{9A1F86D7-E4B3-4CC4-B03F-88C35A341DBE}" dt="2026-04-04T20:11:44.265" v="118"/>
          <ac:picMkLst>
            <pc:docMk/>
            <pc:sldMk cId="3950615559" sldId="262"/>
            <ac:picMk id="3" creationId="{8F81181D-929B-7737-1128-AFAE54B2EDDB}"/>
          </ac:picMkLst>
        </pc:picChg>
        <pc:picChg chg="add del mod">
          <ac:chgData name="sanghamitrarupawte@gmail.com" userId="1bd50d44be12643a" providerId="LiveId" clId="{9A1F86D7-E4B3-4CC4-B03F-88C35A341DBE}" dt="2026-04-04T20:26:05.478" v="199" actId="21"/>
          <ac:picMkLst>
            <pc:docMk/>
            <pc:sldMk cId="3950615559" sldId="262"/>
            <ac:picMk id="10" creationId="{A0FC78B6-F3C6-0C57-69CB-8767CA67C5EA}"/>
          </ac:picMkLst>
        </pc:picChg>
        <pc:picChg chg="add mod">
          <ac:chgData name="sanghamitrarupawte@gmail.com" userId="1bd50d44be12643a" providerId="LiveId" clId="{9A1F86D7-E4B3-4CC4-B03F-88C35A341DBE}" dt="2026-04-04T20:27:54.068" v="250" actId="14100"/>
          <ac:picMkLst>
            <pc:docMk/>
            <pc:sldMk cId="3950615559" sldId="262"/>
            <ac:picMk id="11" creationId="{5C6FE5B4-9FDA-A267-7481-0F8E14103197}"/>
          </ac:picMkLst>
        </pc:picChg>
      </pc:sldChg>
      <pc:sldChg chg="addSp modSp new mod">
        <pc:chgData name="sanghamitrarupawte@gmail.com" userId="1bd50d44be12643a" providerId="LiveId" clId="{9A1F86D7-E4B3-4CC4-B03F-88C35A341DBE}" dt="2026-04-04T21:25:10.465" v="997" actId="20577"/>
        <pc:sldMkLst>
          <pc:docMk/>
          <pc:sldMk cId="3046295354" sldId="263"/>
        </pc:sldMkLst>
        <pc:spChg chg="add mod">
          <ac:chgData name="sanghamitrarupawte@gmail.com" userId="1bd50d44be12643a" providerId="LiveId" clId="{9A1F86D7-E4B3-4CC4-B03F-88C35A341DBE}" dt="2026-04-04T20:28:43.783" v="255" actId="207"/>
          <ac:spMkLst>
            <pc:docMk/>
            <pc:sldMk cId="3046295354" sldId="263"/>
            <ac:spMk id="4" creationId="{39C313B1-44C9-E36E-FF38-E9A1D15BCB68}"/>
          </ac:spMkLst>
        </pc:spChg>
        <pc:spChg chg="add mod">
          <ac:chgData name="sanghamitrarupawte@gmail.com" userId="1bd50d44be12643a" providerId="LiveId" clId="{9A1F86D7-E4B3-4CC4-B03F-88C35A341DBE}" dt="2026-04-04T20:32:33.752" v="309" actId="20577"/>
          <ac:spMkLst>
            <pc:docMk/>
            <pc:sldMk cId="3046295354" sldId="263"/>
            <ac:spMk id="5" creationId="{C14D4723-CF93-63AD-92AB-3D243ECDAC63}"/>
          </ac:spMkLst>
        </pc:spChg>
        <pc:spChg chg="add mod">
          <ac:chgData name="sanghamitrarupawte@gmail.com" userId="1bd50d44be12643a" providerId="LiveId" clId="{9A1F86D7-E4B3-4CC4-B03F-88C35A341DBE}" dt="2026-04-04T20:34:15.098" v="317" actId="1076"/>
          <ac:spMkLst>
            <pc:docMk/>
            <pc:sldMk cId="3046295354" sldId="263"/>
            <ac:spMk id="6" creationId="{E2CFA52E-37C3-66B5-B8D2-C2891DD61D66}"/>
          </ac:spMkLst>
        </pc:spChg>
        <pc:spChg chg="add mod">
          <ac:chgData name="sanghamitrarupawte@gmail.com" userId="1bd50d44be12643a" providerId="LiveId" clId="{9A1F86D7-E4B3-4CC4-B03F-88C35A341DBE}" dt="2026-04-04T20:35:15.715" v="333" actId="14100"/>
          <ac:spMkLst>
            <pc:docMk/>
            <pc:sldMk cId="3046295354" sldId="263"/>
            <ac:spMk id="7" creationId="{F93C67AB-F39E-5A8C-5410-75793D81C904}"/>
          </ac:spMkLst>
        </pc:spChg>
        <pc:spChg chg="add mod">
          <ac:chgData name="sanghamitrarupawte@gmail.com" userId="1bd50d44be12643a" providerId="LiveId" clId="{9A1F86D7-E4B3-4CC4-B03F-88C35A341DBE}" dt="2026-04-04T20:35:54.674" v="347" actId="1076"/>
          <ac:spMkLst>
            <pc:docMk/>
            <pc:sldMk cId="3046295354" sldId="263"/>
            <ac:spMk id="8" creationId="{6B1CC944-00A3-D8B6-9E9B-F52CC8D727D5}"/>
          </ac:spMkLst>
        </pc:spChg>
        <pc:spChg chg="add mod">
          <ac:chgData name="sanghamitrarupawte@gmail.com" userId="1bd50d44be12643a" providerId="LiveId" clId="{9A1F86D7-E4B3-4CC4-B03F-88C35A341DBE}" dt="2026-04-04T20:39:16.363" v="362" actId="14100"/>
          <ac:spMkLst>
            <pc:docMk/>
            <pc:sldMk cId="3046295354" sldId="263"/>
            <ac:spMk id="10" creationId="{981E2644-D89B-798C-AE1F-BFA88296CF5D}"/>
          </ac:spMkLst>
        </pc:spChg>
        <pc:spChg chg="add mod">
          <ac:chgData name="sanghamitrarupawte@gmail.com" userId="1bd50d44be12643a" providerId="LiveId" clId="{9A1F86D7-E4B3-4CC4-B03F-88C35A341DBE}" dt="2026-04-04T21:25:10.465" v="997" actId="20577"/>
          <ac:spMkLst>
            <pc:docMk/>
            <pc:sldMk cId="3046295354" sldId="263"/>
            <ac:spMk id="12" creationId="{ECE32352-B1CD-4C1E-F53C-A4E44F81F7EC}"/>
          </ac:spMkLst>
        </pc:spChg>
        <pc:spChg chg="add mod">
          <ac:chgData name="sanghamitrarupawte@gmail.com" userId="1bd50d44be12643a" providerId="LiveId" clId="{9A1F86D7-E4B3-4CC4-B03F-88C35A341DBE}" dt="2026-04-04T20:41:40.914" v="386" actId="255"/>
          <ac:spMkLst>
            <pc:docMk/>
            <pc:sldMk cId="3046295354" sldId="263"/>
            <ac:spMk id="14" creationId="{A242F8FD-D367-BABA-3CE8-C8AB2F12B903}"/>
          </ac:spMkLst>
        </pc:spChg>
        <pc:spChg chg="add mod">
          <ac:chgData name="sanghamitrarupawte@gmail.com" userId="1bd50d44be12643a" providerId="LiveId" clId="{9A1F86D7-E4B3-4CC4-B03F-88C35A341DBE}" dt="2026-04-04T20:42:36.546" v="392" actId="1076"/>
          <ac:spMkLst>
            <pc:docMk/>
            <pc:sldMk cId="3046295354" sldId="263"/>
            <ac:spMk id="16" creationId="{9E7444A6-D0F6-2CA7-1DD5-51FB689BD0A3}"/>
          </ac:spMkLst>
        </pc:spChg>
        <pc:picChg chg="add mod">
          <ac:chgData name="sanghamitrarupawte@gmail.com" userId="1bd50d44be12643a" providerId="LiveId" clId="{9A1F86D7-E4B3-4CC4-B03F-88C35A341DBE}" dt="2026-04-04T20:28:12.752" v="252"/>
          <ac:picMkLst>
            <pc:docMk/>
            <pc:sldMk cId="3046295354" sldId="263"/>
            <ac:picMk id="2" creationId="{A79CDB73-B100-0E02-BC47-092139E10266}"/>
          </ac:picMkLst>
        </pc:picChg>
        <pc:picChg chg="add mod">
          <ac:chgData name="sanghamitrarupawte@gmail.com" userId="1bd50d44be12643a" providerId="LiveId" clId="{9A1F86D7-E4B3-4CC4-B03F-88C35A341DBE}" dt="2026-04-04T20:28:23.471" v="253"/>
          <ac:picMkLst>
            <pc:docMk/>
            <pc:sldMk cId="3046295354" sldId="263"/>
            <ac:picMk id="3" creationId="{312F0E0E-6735-47BC-520E-654DF4B5B69D}"/>
          </ac:picMkLst>
        </pc:picChg>
      </pc:sldChg>
      <pc:sldChg chg="addSp modSp new mod">
        <pc:chgData name="sanghamitrarupawte@gmail.com" userId="1bd50d44be12643a" providerId="LiveId" clId="{9A1F86D7-E4B3-4CC4-B03F-88C35A341DBE}" dt="2026-04-04T20:47:21.537" v="428" actId="1076"/>
        <pc:sldMkLst>
          <pc:docMk/>
          <pc:sldMk cId="2450245327" sldId="264"/>
        </pc:sldMkLst>
        <pc:spChg chg="add mod">
          <ac:chgData name="sanghamitrarupawte@gmail.com" userId="1bd50d44be12643a" providerId="LiveId" clId="{9A1F86D7-E4B3-4CC4-B03F-88C35A341DBE}" dt="2026-04-04T20:43:58.072" v="397" actId="207"/>
          <ac:spMkLst>
            <pc:docMk/>
            <pc:sldMk cId="2450245327" sldId="264"/>
            <ac:spMk id="4" creationId="{127CA739-27F4-E6F4-C8DF-1F80526235B2}"/>
          </ac:spMkLst>
        </pc:spChg>
        <pc:spChg chg="add mod">
          <ac:chgData name="sanghamitrarupawte@gmail.com" userId="1bd50d44be12643a" providerId="LiveId" clId="{9A1F86D7-E4B3-4CC4-B03F-88C35A341DBE}" dt="2026-04-04T20:47:16.298" v="427" actId="1076"/>
          <ac:spMkLst>
            <pc:docMk/>
            <pc:sldMk cId="2450245327" sldId="264"/>
            <ac:spMk id="5" creationId="{03A25E72-3E43-A721-79F6-DA29FE0095F3}"/>
          </ac:spMkLst>
        </pc:spChg>
        <pc:spChg chg="add mod">
          <ac:chgData name="sanghamitrarupawte@gmail.com" userId="1bd50d44be12643a" providerId="LiveId" clId="{9A1F86D7-E4B3-4CC4-B03F-88C35A341DBE}" dt="2026-04-04T20:46:27.871" v="421" actId="12"/>
          <ac:spMkLst>
            <pc:docMk/>
            <pc:sldMk cId="2450245327" sldId="264"/>
            <ac:spMk id="7" creationId="{5DCE1CC4-FD70-1A12-055B-EEA15872BFAD}"/>
          </ac:spMkLst>
        </pc:spChg>
        <pc:spChg chg="add mod">
          <ac:chgData name="sanghamitrarupawte@gmail.com" userId="1bd50d44be12643a" providerId="LiveId" clId="{9A1F86D7-E4B3-4CC4-B03F-88C35A341DBE}" dt="2026-04-04T20:47:21.537" v="428" actId="1076"/>
          <ac:spMkLst>
            <pc:docMk/>
            <pc:sldMk cId="2450245327" sldId="264"/>
            <ac:spMk id="9" creationId="{A64775E0-F8D4-E32B-C314-415E1E480A78}"/>
          </ac:spMkLst>
        </pc:spChg>
        <pc:picChg chg="add mod">
          <ac:chgData name="sanghamitrarupawte@gmail.com" userId="1bd50d44be12643a" providerId="LiveId" clId="{9A1F86D7-E4B3-4CC4-B03F-88C35A341DBE}" dt="2026-04-04T20:43:21.152" v="394"/>
          <ac:picMkLst>
            <pc:docMk/>
            <pc:sldMk cId="2450245327" sldId="264"/>
            <ac:picMk id="2" creationId="{2CDF7556-EA68-98D7-0405-C26D6B6BD40A}"/>
          </ac:picMkLst>
        </pc:picChg>
        <pc:picChg chg="add mod">
          <ac:chgData name="sanghamitrarupawte@gmail.com" userId="1bd50d44be12643a" providerId="LiveId" clId="{9A1F86D7-E4B3-4CC4-B03F-88C35A341DBE}" dt="2026-04-04T20:43:29.832" v="395"/>
          <ac:picMkLst>
            <pc:docMk/>
            <pc:sldMk cId="2450245327" sldId="264"/>
            <ac:picMk id="3" creationId="{7AD15E2E-1E03-FE9A-9F58-E2A08A86E331}"/>
          </ac:picMkLst>
        </pc:picChg>
      </pc:sldChg>
      <pc:sldChg chg="addSp delSp modSp new mod">
        <pc:chgData name="sanghamitrarupawte@gmail.com" userId="1bd50d44be12643a" providerId="LiveId" clId="{9A1F86D7-E4B3-4CC4-B03F-88C35A341DBE}" dt="2026-04-05T04:17:09.885" v="1211" actId="14100"/>
        <pc:sldMkLst>
          <pc:docMk/>
          <pc:sldMk cId="2585046800" sldId="265"/>
        </pc:sldMkLst>
        <pc:spChg chg="add del mod">
          <ac:chgData name="sanghamitrarupawte@gmail.com" userId="1bd50d44be12643a" providerId="LiveId" clId="{9A1F86D7-E4B3-4CC4-B03F-88C35A341DBE}" dt="2026-04-04T21:30:55.827" v="1016" actId="11529"/>
          <ac:spMkLst>
            <pc:docMk/>
            <pc:sldMk cId="2585046800" sldId="265"/>
            <ac:spMk id="2" creationId="{EC1034F2-AFDA-3425-5584-02FC63BD211E}"/>
          </ac:spMkLst>
        </pc:spChg>
        <pc:spChg chg="add del mod">
          <ac:chgData name="sanghamitrarupawte@gmail.com" userId="1bd50d44be12643a" providerId="LiveId" clId="{9A1F86D7-E4B3-4CC4-B03F-88C35A341DBE}" dt="2026-04-04T21:36:52.396" v="1057"/>
          <ac:spMkLst>
            <pc:docMk/>
            <pc:sldMk cId="2585046800" sldId="265"/>
            <ac:spMk id="3" creationId="{EB81EEF8-2562-D6A7-8355-EE0BD206255D}"/>
          </ac:spMkLst>
        </pc:spChg>
        <pc:spChg chg="add del mod">
          <ac:chgData name="sanghamitrarupawte@gmail.com" userId="1bd50d44be12643a" providerId="LiveId" clId="{9A1F86D7-E4B3-4CC4-B03F-88C35A341DBE}" dt="2026-04-04T21:36:52.396" v="1057"/>
          <ac:spMkLst>
            <pc:docMk/>
            <pc:sldMk cId="2585046800" sldId="265"/>
            <ac:spMk id="4" creationId="{90260B11-26E3-267C-6D74-A81425F70069}"/>
          </ac:spMkLst>
        </pc:spChg>
        <pc:spChg chg="mod">
          <ac:chgData name="sanghamitrarupawte@gmail.com" userId="1bd50d44be12643a" providerId="LiveId" clId="{9A1F86D7-E4B3-4CC4-B03F-88C35A341DBE}" dt="2026-04-04T21:45:44.978" v="1107" actId="1076"/>
          <ac:spMkLst>
            <pc:docMk/>
            <pc:sldMk cId="2585046800" sldId="265"/>
            <ac:spMk id="5" creationId="{4676260D-6168-D6AA-A005-E2886A21FBB7}"/>
          </ac:spMkLst>
        </pc:spChg>
        <pc:spChg chg="add mod ord">
          <ac:chgData name="sanghamitrarupawte@gmail.com" userId="1bd50d44be12643a" providerId="LiveId" clId="{9A1F86D7-E4B3-4CC4-B03F-88C35A341DBE}" dt="2026-04-04T21:39:12.849" v="1065" actId="931"/>
          <ac:spMkLst>
            <pc:docMk/>
            <pc:sldMk cId="2585046800" sldId="265"/>
            <ac:spMk id="8" creationId="{5B656006-8FF7-8461-165F-DF011DED897B}"/>
          </ac:spMkLst>
        </pc:spChg>
        <pc:spChg chg="add del mod">
          <ac:chgData name="sanghamitrarupawte@gmail.com" userId="1bd50d44be12643a" providerId="LiveId" clId="{9A1F86D7-E4B3-4CC4-B03F-88C35A341DBE}" dt="2026-04-04T21:46:03.617" v="1110" actId="21"/>
          <ac:spMkLst>
            <pc:docMk/>
            <pc:sldMk cId="2585046800" sldId="265"/>
            <ac:spMk id="11" creationId="{92C132A1-4332-E5F9-BD2A-42D1DBEF0784}"/>
          </ac:spMkLst>
        </pc:spChg>
        <pc:picChg chg="add mod ord">
          <ac:chgData name="sanghamitrarupawte@gmail.com" userId="1bd50d44be12643a" providerId="LiveId" clId="{9A1F86D7-E4B3-4CC4-B03F-88C35A341DBE}" dt="2026-04-04T21:39:11.865" v="1064" actId="171"/>
          <ac:picMkLst>
            <pc:docMk/>
            <pc:sldMk cId="2585046800" sldId="265"/>
            <ac:picMk id="7" creationId="{E596604C-FC38-3105-6D89-91A4D031C023}"/>
          </ac:picMkLst>
        </pc:picChg>
        <pc:picChg chg="add del mod">
          <ac:chgData name="sanghamitrarupawte@gmail.com" userId="1bd50d44be12643a" providerId="LiveId" clId="{9A1F86D7-E4B3-4CC4-B03F-88C35A341DBE}" dt="2026-04-04T21:46:03.617" v="1110" actId="21"/>
          <ac:picMkLst>
            <pc:docMk/>
            <pc:sldMk cId="2585046800" sldId="265"/>
            <ac:picMk id="10" creationId="{1E24F754-9788-D70C-5DAB-CF03A40E89C6}"/>
          </ac:picMkLst>
        </pc:picChg>
        <pc:picChg chg="add mod ord">
          <ac:chgData name="sanghamitrarupawte@gmail.com" userId="1bd50d44be12643a" providerId="LiveId" clId="{9A1F86D7-E4B3-4CC4-B03F-88C35A341DBE}" dt="2026-04-04T21:45:34.179" v="1097" actId="14100"/>
          <ac:picMkLst>
            <pc:docMk/>
            <pc:sldMk cId="2585046800" sldId="265"/>
            <ac:picMk id="13" creationId="{969BD9D5-6F7F-7369-AB8F-4B8191B6713C}"/>
          </ac:picMkLst>
        </pc:picChg>
        <pc:picChg chg="add mod">
          <ac:chgData name="sanghamitrarupawte@gmail.com" userId="1bd50d44be12643a" providerId="LiveId" clId="{9A1F86D7-E4B3-4CC4-B03F-88C35A341DBE}" dt="2026-04-05T04:17:09.885" v="1211" actId="14100"/>
          <ac:picMkLst>
            <pc:docMk/>
            <pc:sldMk cId="2585046800" sldId="265"/>
            <ac:picMk id="14" creationId="{54E9A2B6-6795-6812-DB41-341E2291D70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E99B9-9447-74BF-7DAB-90A3D4E60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543BE-B31D-C8C3-8FB5-1F639A668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B1749-6D8D-D183-5D73-F478C866F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CC44F-6395-AF39-60AE-09D36319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12FC5-57A9-78B8-6B0B-6B0171DF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69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985B-D420-A823-F785-6AB540656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70C34-8CC7-DD79-1BE8-F77A0AAC9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86F4A-15B3-0E76-1809-ABEA66D0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AFD39-C96E-2771-F8C9-31401870B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6AC99-8103-E75C-9212-8C48F0D4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57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A9E0A-9B3E-51F1-D7A8-08A3AFD7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68E04-E50C-C16B-91F6-4D2323AAF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F3EA6-7A22-9F09-189F-66D2D9A7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9A772-99AF-F575-6A51-023268C6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2A9C-AC64-08D1-79E7-D08A38AD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686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31220-AA87-2261-1220-6CCD69F1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A46CB-AFF0-7D29-63C0-3CB5B1B35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B64A9-6A07-FD9D-CC3A-CFC6CCD13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82CAE-AE5F-1C99-D25E-F1DC7772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6DF7C-483F-CFC2-4394-2191461F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17853-EC35-BA3B-E535-62ADB507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59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C656-99B7-DCB3-8C3C-6687310C1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99942-09D8-D7AF-EC75-5B089DFF9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CF5CC-0E95-27B3-2C51-D1DD6DA76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30C55-0F69-7F38-190A-BE8427309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17951-E89D-C453-3EA4-6D8FDC471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015AF-3270-C7ED-2E9B-5E489864F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7BB81-971A-E0BE-BADF-58E9255D7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626B6-0E69-FB5D-D947-A79CBF37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757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0ABD-8946-063B-910F-604B4F803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DF366-0BDC-FB27-3D47-066EABF6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A4FB5-AEBB-2568-AAF5-8CE101F3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0F5CD-CCF3-6B49-B9D4-264E09D8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71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3477F7-BA45-76A9-D361-A27D8223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1B432-DB81-2EDF-F075-E9456E54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F5B16-41C9-C099-8897-D529E659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91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6E2E-077D-E9F5-81D2-282F4F0B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34159-E058-9A8F-612E-8F7F1A08E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E3E2F-7D04-22AF-342C-42CCA0FB8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B1829-4025-A282-5545-9843ADF05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8E33D-6A01-E515-D551-2A5E4C715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B861F-10B8-4FCA-610E-18CF1C69C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07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C5B6-C26E-5D5C-AB65-D93F2A010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E7FBB3-CD71-6EBD-0CAF-26494B5A3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E6F9B-C913-CCDD-0232-C6F6AF4D4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34D43-8FBC-2773-FBE6-AA675B77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42F24-5266-41A3-D3B3-9C2EAF308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221D6-B57F-95DA-CFD8-AFE5F0F4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08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4586-C25C-5380-25EA-14DB22A5A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C0A35-1C13-6D78-B5E6-28358F14F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526DC-B13B-3A41-6320-E2737AD5B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11C7C-71DB-14F0-C6AA-8356DB03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EBB9E-3DCB-9312-F768-D63917D1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90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62C565-7116-039A-0F39-484767BF7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E7E2E-7FF0-6735-BF49-BD2B1880D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E7349-B490-E804-AFE8-DD35E9A3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3EB5B-F30F-52FC-DE0C-CEF0F49F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019CC-FD6B-1BB3-5294-FC328ED9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72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751B41-F2B7-9EF2-514B-B393C3926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41986-F6D0-032E-4CC8-E648D7142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91F3C-F6C1-B512-991F-8495D9BBB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5209E-AA8A-48D6-9870-0E8FC28193D8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F9C9F-41D5-2395-4D90-B274C2CD8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A2ABB-5C71-A6DA-94F5-CCB069565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12693-997B-4F8B-B7A5-B64C89530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28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1">
            <a:extLst>
              <a:ext uri="{FF2B5EF4-FFF2-40B4-BE49-F238E27FC236}">
                <a16:creationId xmlns:a16="http://schemas.microsoft.com/office/drawing/2014/main" id="{9C096517-3FB5-8BF3-0D85-3607BB96A5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250" y="144538"/>
            <a:ext cx="1535685" cy="15013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FBA02E-9EAB-8746-97BE-9AF80799865F}"/>
              </a:ext>
            </a:extLst>
          </p:cNvPr>
          <p:cNvSpPr txBox="1"/>
          <p:nvPr/>
        </p:nvSpPr>
        <p:spPr>
          <a:xfrm>
            <a:off x="2813539" y="144538"/>
            <a:ext cx="64289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N. K. Orchid College Of Engineering and Technology, Solapur           </a:t>
            </a:r>
          </a:p>
          <a:p>
            <a:r>
              <a:rPr lang="en-GB" sz="2000" dirty="0"/>
              <a:t>            By Computer Science Engineering Students</a:t>
            </a:r>
          </a:p>
          <a:p>
            <a:r>
              <a:rPr lang="en-GB" sz="2000" dirty="0"/>
              <a:t>                                 Association(CSESA</a:t>
            </a:r>
            <a:r>
              <a:rPr lang="en-GB" dirty="0"/>
              <a:t>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438552-4080-4FD4-1D51-E32F06615EC7}"/>
              </a:ext>
            </a:extLst>
          </p:cNvPr>
          <p:cNvCxnSpPr>
            <a:cxnSpLocks/>
          </p:cNvCxnSpPr>
          <p:nvPr/>
        </p:nvCxnSpPr>
        <p:spPr>
          <a:xfrm>
            <a:off x="0" y="1969477"/>
            <a:ext cx="122040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4B5C81-CC02-40E9-E433-2F34641348E5}"/>
              </a:ext>
            </a:extLst>
          </p:cNvPr>
          <p:cNvSpPr txBox="1"/>
          <p:nvPr/>
        </p:nvSpPr>
        <p:spPr>
          <a:xfrm>
            <a:off x="3995226" y="1266094"/>
            <a:ext cx="4583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err="1">
                <a:latin typeface="Arial Black" panose="020B0A04020102020204" pitchFamily="34" charset="0"/>
              </a:rPr>
              <a:t>Orchathon</a:t>
            </a:r>
            <a:r>
              <a:rPr lang="en-GB" sz="3600" dirty="0">
                <a:latin typeface="Arial Black" panose="020B0A04020102020204" pitchFamily="34" charset="0"/>
              </a:rPr>
              <a:t> 2k26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50F63-59E3-3C27-1B63-52E5E43783E5}"/>
              </a:ext>
            </a:extLst>
          </p:cNvPr>
          <p:cNvSpPr txBox="1"/>
          <p:nvPr/>
        </p:nvSpPr>
        <p:spPr>
          <a:xfrm>
            <a:off x="2883658" y="2184439"/>
            <a:ext cx="5961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 err="1">
                <a:latin typeface="Arial Black"/>
                <a:cs typeface="Arial Black"/>
              </a:rPr>
              <a:t>QuantSolve</a:t>
            </a:r>
            <a:r>
              <a:rPr lang="en-GB" sz="1800" dirty="0">
                <a:latin typeface="Arial Black"/>
                <a:cs typeface="Arial Black"/>
              </a:rPr>
              <a:t> – </a:t>
            </a:r>
            <a:r>
              <a:rPr lang="en-GB" sz="1800" dirty="0">
                <a:latin typeface="Arial Black" panose="020B0A04020102020204" pitchFamily="34" charset="0"/>
                <a:cs typeface="Arial Black"/>
              </a:rPr>
              <a:t>The Algebraic Parser &amp;Equation Engine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49C1AD1-18D1-7DEF-CE87-CB1132D40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8" y="2050366"/>
            <a:ext cx="2883658" cy="91447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D12D4BC-1825-C378-EA96-9C15361D4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08" y="2797045"/>
            <a:ext cx="3432345" cy="89619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58A8DC0-548C-3182-48BF-76A73E87A349}"/>
              </a:ext>
            </a:extLst>
          </p:cNvPr>
          <p:cNvSpPr txBox="1"/>
          <p:nvPr/>
        </p:nvSpPr>
        <p:spPr>
          <a:xfrm>
            <a:off x="3474720" y="3068191"/>
            <a:ext cx="2180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Finance Tech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902074-CAF1-2D3C-A2F5-969825511C2E}"/>
              </a:ext>
            </a:extLst>
          </p:cNvPr>
          <p:cNvSpPr txBox="1"/>
          <p:nvPr/>
        </p:nvSpPr>
        <p:spPr>
          <a:xfrm>
            <a:off x="446673" y="3559160"/>
            <a:ext cx="8359020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Team Detail :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# Sayali Pawar – 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Powerpoint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Presentation</a:t>
            </a:r>
          </a:p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                                  # Sandhya 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Jorve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– 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Powerpoint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Presentation</a:t>
            </a:r>
          </a:p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                                  # Sanika Shahane – Frontend &amp;Backend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                                  # Prajakta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Shirole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– Data Lead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363BEC-ED87-D0B1-9081-76FC02E9CA61}"/>
              </a:ext>
            </a:extLst>
          </p:cNvPr>
          <p:cNvSpPr txBox="1"/>
          <p:nvPr/>
        </p:nvSpPr>
        <p:spPr>
          <a:xfrm>
            <a:off x="211015" y="5569247"/>
            <a:ext cx="9031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Arial Rounded MT Bold" panose="020F0704030504030204" pitchFamily="34" charset="0"/>
              </a:rPr>
              <a:t>Institution : </a:t>
            </a:r>
            <a:r>
              <a:rPr lang="en-GB" dirty="0" err="1">
                <a:latin typeface="Arial Black" panose="020B0A04020102020204" pitchFamily="34" charset="0"/>
              </a:rPr>
              <a:t>Amrutvahini</a:t>
            </a:r>
            <a:r>
              <a:rPr lang="en-GB" dirty="0">
                <a:latin typeface="Arial Black" panose="020B0A04020102020204" pitchFamily="34" charset="0"/>
              </a:rPr>
              <a:t> </a:t>
            </a:r>
            <a:r>
              <a:rPr lang="en-GB" dirty="0" err="1">
                <a:latin typeface="Arial Black" panose="020B0A04020102020204" pitchFamily="34" charset="0"/>
              </a:rPr>
              <a:t>Enginering</a:t>
            </a:r>
            <a:r>
              <a:rPr lang="en-GB" dirty="0">
                <a:latin typeface="Arial Black" panose="020B0A04020102020204" pitchFamily="34" charset="0"/>
              </a:rPr>
              <a:t> College, </a:t>
            </a:r>
            <a:r>
              <a:rPr lang="en-GB" dirty="0" err="1">
                <a:latin typeface="Arial Black" panose="020B0A04020102020204" pitchFamily="34" charset="0"/>
              </a:rPr>
              <a:t>Sangamner</a:t>
            </a:r>
            <a:endParaRPr lang="en-IN" sz="3200" dirty="0">
              <a:latin typeface="Arial Rounded MT Bold" panose="020F0704030504030204" pitchFamily="34" charset="0"/>
            </a:endParaRPr>
          </a:p>
        </p:txBody>
      </p:sp>
      <p:pic>
        <p:nvPicPr>
          <p:cNvPr id="40" name="object 16">
            <a:extLst>
              <a:ext uri="{FF2B5EF4-FFF2-40B4-BE49-F238E27FC236}">
                <a16:creationId xmlns:a16="http://schemas.microsoft.com/office/drawing/2014/main" id="{12781A2E-EDA3-F6AD-9929-08EA9BEF091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99078" y="215342"/>
            <a:ext cx="1476408" cy="147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57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421479-6FC3-AB9E-8279-E6C9DCCD5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89" y="78558"/>
            <a:ext cx="1536325" cy="1499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20C33E-8242-4428-15D4-CD661A923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943"/>
            <a:ext cx="10515600" cy="1499746"/>
          </a:xfrm>
        </p:spPr>
        <p:txBody>
          <a:bodyPr/>
          <a:lstStyle/>
          <a:p>
            <a:r>
              <a:rPr lang="en-GB" dirty="0"/>
              <a:t>                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PROBLEM STATEMENT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C2C16BC-61E5-85AE-0020-31A0A3C2E6CE}"/>
              </a:ext>
            </a:extLst>
          </p:cNvPr>
          <p:cNvSpPr/>
          <p:nvPr/>
        </p:nvSpPr>
        <p:spPr>
          <a:xfrm>
            <a:off x="-3779" y="1628895"/>
            <a:ext cx="12192000" cy="8584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767FA60-D0A2-446B-56EF-6F98D370E166}"/>
              </a:ext>
            </a:extLst>
          </p:cNvPr>
          <p:cNvSpPr/>
          <p:nvPr/>
        </p:nvSpPr>
        <p:spPr>
          <a:xfrm>
            <a:off x="6096000" y="1720524"/>
            <a:ext cx="58615" cy="5186841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object 3">
            <a:extLst>
              <a:ext uri="{FF2B5EF4-FFF2-40B4-BE49-F238E27FC236}">
                <a16:creationId xmlns:a16="http://schemas.microsoft.com/office/drawing/2014/main" id="{E08E9B29-EF6B-E51D-C32E-8EEDA9D962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298" y="1690689"/>
            <a:ext cx="376953" cy="5301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85CC28A-B0C1-42ED-D7F7-95BADF437B65}"/>
              </a:ext>
            </a:extLst>
          </p:cNvPr>
          <p:cNvSpPr txBox="1"/>
          <p:nvPr/>
        </p:nvSpPr>
        <p:spPr>
          <a:xfrm>
            <a:off x="496529" y="1667611"/>
            <a:ext cx="5658086" cy="607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35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/>
                <a:cs typeface="Arial Black"/>
              </a:rPr>
              <a:t>Overview</a:t>
            </a:r>
            <a:r>
              <a:rPr kumimoji="0" lang="en-IN" sz="3350" b="0" i="0" u="none" strike="noStrike" kern="0" cap="none" spc="-3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/>
                <a:cs typeface="Arial Black"/>
              </a:rPr>
              <a:t> </a:t>
            </a:r>
            <a:r>
              <a:rPr kumimoji="0" lang="en-IN" sz="335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/>
                <a:cs typeface="Arial Black"/>
              </a:rPr>
              <a:t>of</a:t>
            </a:r>
            <a:r>
              <a:rPr kumimoji="0" lang="en-IN" sz="3350" b="0" i="0" u="none" strike="noStrike" kern="0" cap="none" spc="-3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/>
                <a:cs typeface="Arial Black"/>
              </a:rPr>
              <a:t> </a:t>
            </a:r>
            <a:r>
              <a:rPr kumimoji="0" lang="en-IN" sz="335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/>
                <a:cs typeface="Arial Black"/>
              </a:rPr>
              <a:t>the Problem</a:t>
            </a:r>
            <a:endParaRPr kumimoji="0" lang="en-IN" sz="3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Black"/>
              <a:cs typeface="Arial Black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6D652-F4AE-6363-FB48-4549C8F39E22}"/>
              </a:ext>
            </a:extLst>
          </p:cNvPr>
          <p:cNvSpPr txBox="1"/>
          <p:nvPr/>
        </p:nvSpPr>
        <p:spPr>
          <a:xfrm>
            <a:off x="100819" y="4968373"/>
            <a:ext cx="61124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latin typeface="Lucida Bright" panose="020406020505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6EAEE4F-3073-0FFA-6B39-D63DD0514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058" y="1789622"/>
            <a:ext cx="5102413" cy="245317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C79A037-3398-8D14-0570-ACA67E4972BA}"/>
              </a:ext>
            </a:extLst>
          </p:cNvPr>
          <p:cNvSpPr txBox="1"/>
          <p:nvPr/>
        </p:nvSpPr>
        <p:spPr>
          <a:xfrm>
            <a:off x="6225860" y="1889627"/>
            <a:ext cx="5982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dirty="0">
              <a:latin typeface="Lucida Bright" panose="02040602050505020304" pitchFamily="18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A20F32-5924-0181-6DAA-ACE2DE32223F}"/>
              </a:ext>
            </a:extLst>
          </p:cNvPr>
          <p:cNvSpPr txBox="1"/>
          <p:nvPr/>
        </p:nvSpPr>
        <p:spPr>
          <a:xfrm>
            <a:off x="6092221" y="4140897"/>
            <a:ext cx="616164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      </a:t>
            </a:r>
            <a:r>
              <a:rPr lang="en-GB" sz="3200" dirty="0">
                <a:latin typeface="Arial Black" panose="020B0A04020102020204" pitchFamily="34" charset="0"/>
              </a:rPr>
              <a:t>Objective of the Project</a:t>
            </a:r>
          </a:p>
          <a:p>
            <a:r>
              <a:rPr lang="en-GB" sz="1600" dirty="0">
                <a:latin typeface="Lucida Sans" panose="020B0602030504020204" pitchFamily="34" charset="0"/>
              </a:rPr>
              <a:t>The main objective of this project is to develop a custom Algebraic Parser and Equation Engine that can understand and solve user-defined mathematical equations. The system is designed to generate all possible whole-number solutions for multi-variable problems and help in efficient budget allocation without any leftover amount. It also applies constraints to provide accurate and practical results for real-world financial applications</a:t>
            </a:r>
            <a:r>
              <a:rPr lang="en-GB" sz="2000" dirty="0">
                <a:latin typeface="Lucida Sans" panose="020B0602030504020204" pitchFamily="34" charset="0"/>
              </a:rPr>
              <a:t>.</a:t>
            </a:r>
            <a:endParaRPr lang="en-IN" sz="2000" dirty="0">
              <a:latin typeface="Lucida Sans" panose="020B0602030504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1D05BC6-23A8-F255-657C-727607BE1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950" y="58132"/>
            <a:ext cx="1475360" cy="14814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E5760D-01D0-8A88-AFDE-9403E57812A9}"/>
              </a:ext>
            </a:extLst>
          </p:cNvPr>
          <p:cNvSpPr txBox="1"/>
          <p:nvPr/>
        </p:nvSpPr>
        <p:spPr>
          <a:xfrm>
            <a:off x="214914" y="2151237"/>
            <a:ext cx="565808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>
                <a:latin typeface="Lucida Sans" panose="020B0602030504020204" pitchFamily="34" charset="0"/>
              </a:rPr>
              <a:t>In quantitative finance, traders need to allocate budgets across multiple assets efficiently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>
              <a:latin typeface="Lucida Sans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>
                <a:latin typeface="Lucida Sans" panose="020B0602030504020204" pitchFamily="34" charset="0"/>
              </a:rPr>
              <a:t>Existing tools perform only basic calculations and cannot solve complex multi-variable problems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>
              <a:latin typeface="Lucida Sans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>
                <a:latin typeface="Lucida Sans" panose="020B0602030504020204" pitchFamily="34" charset="0"/>
              </a:rPr>
              <a:t>This project proposes a custom Algebraic Parser &amp; Equation Engine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>
              <a:latin typeface="Lucida Sans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>
                <a:latin typeface="Lucida Sans" panose="020B0602030504020204" pitchFamily="34" charset="0"/>
              </a:rPr>
              <a:t>The system reads user-input equations, understands algebra, and generates all valid whole-number solutions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>
              <a:latin typeface="Lucida Sans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>
                <a:latin typeface="Lucida Sans" panose="020B0602030504020204" pitchFamily="34" charset="0"/>
              </a:rPr>
              <a:t>It ensures the budget is fully utilized without any leftover amount</a:t>
            </a:r>
            <a:endParaRPr lang="en-IN" dirty="0">
              <a:latin typeface="Lucida Sans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27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8FCA0E-2C39-D33A-A7BD-6F7758D1E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89" y="78558"/>
            <a:ext cx="1536325" cy="14997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98AB5E-6060-5DDA-4E0D-49E9960DF63A}"/>
              </a:ext>
            </a:extLst>
          </p:cNvPr>
          <p:cNvSpPr txBox="1"/>
          <p:nvPr/>
        </p:nvSpPr>
        <p:spPr>
          <a:xfrm>
            <a:off x="2771335" y="562707"/>
            <a:ext cx="70837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PROPOSED SOLUTION</a:t>
            </a:r>
            <a:endParaRPr lang="en-IN" sz="44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C3AA17-329A-0F3B-DBE9-AEB8E758E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950" y="58132"/>
            <a:ext cx="1475360" cy="1481456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1C3900B7-B3E9-3584-13AA-D60081B35102}"/>
              </a:ext>
            </a:extLst>
          </p:cNvPr>
          <p:cNvSpPr/>
          <p:nvPr/>
        </p:nvSpPr>
        <p:spPr>
          <a:xfrm>
            <a:off x="0" y="1688123"/>
            <a:ext cx="12351434" cy="154745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FD1EA82E-E86E-97A3-0281-429ED5DCC1EE}"/>
              </a:ext>
            </a:extLst>
          </p:cNvPr>
          <p:cNvSpPr/>
          <p:nvPr/>
        </p:nvSpPr>
        <p:spPr>
          <a:xfrm>
            <a:off x="6039729" y="1765495"/>
            <a:ext cx="164123" cy="5212080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7D109-55BB-1BC6-8103-BB5579EC76B8}"/>
              </a:ext>
            </a:extLst>
          </p:cNvPr>
          <p:cNvSpPr txBox="1"/>
          <p:nvPr/>
        </p:nvSpPr>
        <p:spPr>
          <a:xfrm>
            <a:off x="267285" y="2345164"/>
            <a:ext cx="559894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>
                <a:latin typeface="Lucida Bright" panose="02040602050505020304" pitchFamily="18" charset="0"/>
              </a:rPr>
              <a:t>Developed a custom algebraic parser &amp; solver</a:t>
            </a:r>
          </a:p>
          <a:p>
            <a:endParaRPr lang="en-GB" sz="2400" dirty="0">
              <a:latin typeface="Lucida Bright" panose="02040602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>
                <a:latin typeface="Lucida Bright" panose="02040602050505020304" pitchFamily="18" charset="0"/>
              </a:rPr>
              <a:t>Converts raw text into structured mathematical form</a:t>
            </a:r>
          </a:p>
          <a:p>
            <a:endParaRPr lang="en-GB" sz="2400" dirty="0">
              <a:latin typeface="Lucida Bright" panose="02040602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>
                <a:latin typeface="Lucida Bright" panose="02040602050505020304" pitchFamily="18" charset="0"/>
              </a:rPr>
              <a:t>Computes all valid combinations efficiently</a:t>
            </a:r>
          </a:p>
          <a:p>
            <a:endParaRPr lang="en-GB" sz="2400" dirty="0">
              <a:latin typeface="Lucida Bright" panose="02040602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400" dirty="0">
                <a:latin typeface="Lucida Bright" panose="02040602050505020304" pitchFamily="18" charset="0"/>
              </a:rPr>
              <a:t>Integrates constraints like limits and conditions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7CE34E-6EB0-8B9D-8A1F-6597FCE0C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772" y="1895564"/>
            <a:ext cx="5716173" cy="490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41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184F68-5638-A53C-83EE-E0B11E9D4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89" y="78558"/>
            <a:ext cx="1536325" cy="14997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92F25E-0607-B7C6-537D-8C40B0766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950" y="58132"/>
            <a:ext cx="1475360" cy="14814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6DAEE-FA37-41F5-751C-C9234489F997}"/>
              </a:ext>
            </a:extLst>
          </p:cNvPr>
          <p:cNvSpPr txBox="1"/>
          <p:nvPr/>
        </p:nvSpPr>
        <p:spPr>
          <a:xfrm>
            <a:off x="2426358" y="511683"/>
            <a:ext cx="79215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SYSTEM ARCHITECTURE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DFFBCFD-50D2-92C9-AF71-C9BE5CDA8125}"/>
              </a:ext>
            </a:extLst>
          </p:cNvPr>
          <p:cNvSpPr/>
          <p:nvPr/>
        </p:nvSpPr>
        <p:spPr>
          <a:xfrm>
            <a:off x="0" y="1734675"/>
            <a:ext cx="12323298" cy="80057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1B5D1-3E43-A481-8D3C-559DC4FDECB4}"/>
              </a:ext>
            </a:extLst>
          </p:cNvPr>
          <p:cNvSpPr txBox="1"/>
          <p:nvPr/>
        </p:nvSpPr>
        <p:spPr>
          <a:xfrm>
            <a:off x="7849772" y="2570590"/>
            <a:ext cx="41359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Input Layer: </a:t>
            </a:r>
            <a:r>
              <a:rPr lang="en-IN" dirty="0">
                <a:latin typeface="Lucida Sans" panose="020B0602030504020204" pitchFamily="34" charset="0"/>
              </a:rPr>
              <a:t>User enters equation</a:t>
            </a:r>
          </a:p>
          <a:p>
            <a:endParaRPr lang="en-IN" dirty="0"/>
          </a:p>
          <a:p>
            <a:r>
              <a:rPr lang="en-IN" dirty="0">
                <a:latin typeface="Arial Black" panose="020B0A04020102020204" pitchFamily="34" charset="0"/>
              </a:rPr>
              <a:t>Parser Engine: </a:t>
            </a:r>
            <a:r>
              <a:rPr lang="en-IN" dirty="0">
                <a:latin typeface="Lucida Sans" panose="020B0602030504020204" pitchFamily="34" charset="0"/>
              </a:rPr>
              <a:t>Breaks equation into variables &amp; coefficients</a:t>
            </a:r>
          </a:p>
          <a:p>
            <a:endParaRPr lang="en-IN" dirty="0"/>
          </a:p>
          <a:p>
            <a:r>
              <a:rPr lang="en-IN" dirty="0">
                <a:latin typeface="Arial Black" panose="020B0A04020102020204" pitchFamily="34" charset="0"/>
              </a:rPr>
              <a:t>Solver Engine: </a:t>
            </a:r>
            <a:r>
              <a:rPr lang="en-IN" dirty="0">
                <a:latin typeface="Lucida Sans" panose="020B0602030504020204" pitchFamily="34" charset="0"/>
              </a:rPr>
              <a:t>Finds all valid solutions</a:t>
            </a:r>
          </a:p>
          <a:p>
            <a:endParaRPr lang="en-IN" dirty="0"/>
          </a:p>
          <a:p>
            <a:r>
              <a:rPr lang="en-IN" dirty="0">
                <a:latin typeface="Arial Black" panose="020B0A04020102020204" pitchFamily="34" charset="0"/>
              </a:rPr>
              <a:t>Rule Engine: </a:t>
            </a:r>
            <a:r>
              <a:rPr lang="en-IN" dirty="0">
                <a:latin typeface="Lucida Sans" panose="020B0602030504020204" pitchFamily="34" charset="0"/>
              </a:rPr>
              <a:t>Applies constraints</a:t>
            </a:r>
          </a:p>
          <a:p>
            <a:endParaRPr lang="en-IN" dirty="0"/>
          </a:p>
          <a:p>
            <a:r>
              <a:rPr lang="en-IN" dirty="0">
                <a:latin typeface="Arial Black" panose="020B0A04020102020204" pitchFamily="34" charset="0"/>
              </a:rPr>
              <a:t>Output Layer: </a:t>
            </a:r>
            <a:r>
              <a:rPr lang="en-IN" dirty="0">
                <a:latin typeface="Lucida Sans" panose="020B0602030504020204" pitchFamily="34" charset="0"/>
              </a:rPr>
              <a:t>Displays results in dashboard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0E38CF-2042-5D57-9C83-82858C44A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26" y="1814732"/>
            <a:ext cx="7643446" cy="476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834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A10D0E-06D7-AC6F-448B-9AAD3B2A0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89" y="78558"/>
            <a:ext cx="1536325" cy="14997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81181D-929B-7737-1128-AFAE54B2E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950" y="58132"/>
            <a:ext cx="1475360" cy="1481456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F1AB964D-6C41-EB37-94B2-753ED4D84E7E}"/>
              </a:ext>
            </a:extLst>
          </p:cNvPr>
          <p:cNvSpPr/>
          <p:nvPr/>
        </p:nvSpPr>
        <p:spPr>
          <a:xfrm>
            <a:off x="0" y="1716258"/>
            <a:ext cx="12192000" cy="140677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27C47-601B-41C6-0806-9C839622737D}"/>
              </a:ext>
            </a:extLst>
          </p:cNvPr>
          <p:cNvSpPr txBox="1"/>
          <p:nvPr/>
        </p:nvSpPr>
        <p:spPr>
          <a:xfrm>
            <a:off x="2808106" y="509910"/>
            <a:ext cx="68944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Arial Black" panose="020B0A04020102020204" pitchFamily="34" charset="0"/>
              </a:rPr>
              <a:t>TECHNOLOGY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22AE4-560F-46F7-3E3C-0B6FDB53589A}"/>
              </a:ext>
            </a:extLst>
          </p:cNvPr>
          <p:cNvSpPr txBox="1"/>
          <p:nvPr/>
        </p:nvSpPr>
        <p:spPr>
          <a:xfrm>
            <a:off x="309489" y="2692742"/>
            <a:ext cx="55344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Backend:</a:t>
            </a:r>
            <a:r>
              <a:rPr lang="en-IN" dirty="0"/>
              <a:t> </a:t>
            </a:r>
            <a:r>
              <a:rPr lang="en-IN" dirty="0">
                <a:latin typeface="Lucida Sans" panose="020B0602030504020204" pitchFamily="34" charset="0"/>
              </a:rPr>
              <a:t>Python  </a:t>
            </a:r>
          </a:p>
          <a:p>
            <a:endParaRPr lang="en-IN" dirty="0"/>
          </a:p>
          <a:p>
            <a:r>
              <a:rPr lang="en-IN" dirty="0">
                <a:latin typeface="Arial Black" panose="020B0A04020102020204" pitchFamily="34" charset="0"/>
              </a:rPr>
              <a:t>Frontend: </a:t>
            </a:r>
            <a:r>
              <a:rPr lang="en-IN" dirty="0">
                <a:latin typeface="Lucida Sans" panose="020B0602030504020204" pitchFamily="34" charset="0"/>
              </a:rPr>
              <a:t>HTML, CSS</a:t>
            </a:r>
          </a:p>
          <a:p>
            <a:endParaRPr lang="en-IN" dirty="0"/>
          </a:p>
          <a:p>
            <a:r>
              <a:rPr lang="en-IN" dirty="0">
                <a:latin typeface="Arial Black" panose="020B0A04020102020204" pitchFamily="34" charset="0"/>
              </a:rPr>
              <a:t>Framework:</a:t>
            </a:r>
            <a:r>
              <a:rPr lang="en-IN" dirty="0"/>
              <a:t> </a:t>
            </a:r>
            <a:r>
              <a:rPr lang="en-IN" dirty="0">
                <a:latin typeface="Lucida Sans" panose="020B0602030504020204" pitchFamily="34" charset="0"/>
              </a:rPr>
              <a:t>Flask </a:t>
            </a:r>
          </a:p>
          <a:p>
            <a:endParaRPr lang="en-IN" dirty="0"/>
          </a:p>
          <a:p>
            <a:r>
              <a:rPr lang="en-IN" dirty="0">
                <a:latin typeface="Arial Black" panose="020B0A04020102020204" pitchFamily="34" charset="0"/>
              </a:rPr>
              <a:t>Core Logic: </a:t>
            </a:r>
            <a:r>
              <a:rPr lang="en-IN" dirty="0">
                <a:latin typeface="Lucida Sans" panose="020B0602030504020204" pitchFamily="34" charset="0"/>
              </a:rPr>
              <a:t>Custom Parser &amp; Solver (no eval() or pre-built libraries)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EDF62-D8E6-F5AD-ECC5-566C7F526C24}"/>
              </a:ext>
            </a:extLst>
          </p:cNvPr>
          <p:cNvSpPr txBox="1"/>
          <p:nvPr/>
        </p:nvSpPr>
        <p:spPr>
          <a:xfrm>
            <a:off x="3021520" y="6024924"/>
            <a:ext cx="6467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Lucida Sans" panose="020B0602030504020204" pitchFamily="34" charset="0"/>
              </a:rPr>
              <a:t>“The system uses a modern full-stack approach with a                 </a:t>
            </a:r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Lucida Sans" panose="020B0602030504020204" pitchFamily="34" charset="0"/>
              </a:rPr>
              <a:t>                  custom-built algorithm engine.”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Lucida Sans" panose="020B0602030504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6FE5B4-9FDA-A267-7481-0F8E14103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927" y="1824946"/>
            <a:ext cx="6217920" cy="409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61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9CDB73-B100-0E02-BC47-092139E10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89" y="78558"/>
            <a:ext cx="1536325" cy="14997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2F0E0E-6735-47BC-520E-654DF4B5B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950" y="58132"/>
            <a:ext cx="1475360" cy="1481456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39C313B1-44C9-E36E-FF38-E9A1D15BCB68}"/>
              </a:ext>
            </a:extLst>
          </p:cNvPr>
          <p:cNvSpPr/>
          <p:nvPr/>
        </p:nvSpPr>
        <p:spPr>
          <a:xfrm>
            <a:off x="0" y="1702191"/>
            <a:ext cx="12337366" cy="70338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D4723-CF93-63AD-92AB-3D243ECDAC63}"/>
              </a:ext>
            </a:extLst>
          </p:cNvPr>
          <p:cNvSpPr txBox="1"/>
          <p:nvPr/>
        </p:nvSpPr>
        <p:spPr>
          <a:xfrm>
            <a:off x="2641015" y="255641"/>
            <a:ext cx="61314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Arial Black" panose="020B0A04020102020204" pitchFamily="34" charset="0"/>
              </a:rPr>
              <a:t>CORE FEATURES &amp;</a:t>
            </a:r>
          </a:p>
          <a:p>
            <a:r>
              <a:rPr lang="en-IN" sz="4400" dirty="0">
                <a:latin typeface="Arial Black" panose="020B0A04020102020204" pitchFamily="34" charset="0"/>
              </a:rPr>
              <a:t>       BENEFITS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E2CFA52E-37C3-66B5-B8D2-C2891DD61D66}"/>
              </a:ext>
            </a:extLst>
          </p:cNvPr>
          <p:cNvSpPr/>
          <p:nvPr/>
        </p:nvSpPr>
        <p:spPr>
          <a:xfrm>
            <a:off x="6071916" y="1772529"/>
            <a:ext cx="193533" cy="5279696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C67AB-F39E-5A8C-5410-75793D81C904}"/>
              </a:ext>
            </a:extLst>
          </p:cNvPr>
          <p:cNvSpPr txBox="1"/>
          <p:nvPr/>
        </p:nvSpPr>
        <p:spPr>
          <a:xfrm>
            <a:off x="1677865" y="1935132"/>
            <a:ext cx="2486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ADVANTAGES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CC944-00A3-D8B6-9E9B-F52CC8D727D5}"/>
              </a:ext>
            </a:extLst>
          </p:cNvPr>
          <p:cNvSpPr txBox="1"/>
          <p:nvPr/>
        </p:nvSpPr>
        <p:spPr>
          <a:xfrm>
            <a:off x="8203382" y="1935132"/>
            <a:ext cx="2196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LIMITATION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1E2644-D89B-798C-AE1F-BFA88296CF5D}"/>
              </a:ext>
            </a:extLst>
          </p:cNvPr>
          <p:cNvSpPr txBox="1"/>
          <p:nvPr/>
        </p:nvSpPr>
        <p:spPr>
          <a:xfrm>
            <a:off x="840545" y="3027382"/>
            <a:ext cx="45895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Lucida Sans" panose="020B0602030504020204" pitchFamily="34" charset="0"/>
              </a:rPr>
              <a:t>Faster than brute-force methods</a:t>
            </a:r>
          </a:p>
          <a:p>
            <a:endParaRPr lang="en-GB" dirty="0">
              <a:latin typeface="Lucida Sans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Lucida Sans" panose="020B0602030504020204" pitchFamily="34" charset="0"/>
              </a:rPr>
              <a:t>Scalable for multiple variables</a:t>
            </a:r>
          </a:p>
          <a:p>
            <a:endParaRPr lang="en-GB" dirty="0">
              <a:latin typeface="Lucida Sans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Lucida Sans" panose="020B0602030504020204" pitchFamily="34" charset="0"/>
              </a:rPr>
              <a:t>User-friendly financial tool</a:t>
            </a:r>
          </a:p>
          <a:p>
            <a:endParaRPr lang="en-GB" dirty="0">
              <a:latin typeface="Lucida Sans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Lucida Sans" panose="020B0602030504020204" pitchFamily="34" charset="0"/>
              </a:rPr>
              <a:t>Handles real-world trading scenarios</a:t>
            </a:r>
            <a:endParaRPr lang="en-IN" dirty="0">
              <a:latin typeface="Lucida Sans" panose="020B0602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E32352-B1CD-4C1E-F53C-A4E44F81F7EC}"/>
              </a:ext>
            </a:extLst>
          </p:cNvPr>
          <p:cNvSpPr txBox="1"/>
          <p:nvPr/>
        </p:nvSpPr>
        <p:spPr>
          <a:xfrm>
            <a:off x="6704417" y="2953124"/>
            <a:ext cx="51188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Lucida Sans" panose="020B0602030504020204" pitchFamily="34" charset="0"/>
              </a:rPr>
              <a:t>Supports only linear equation.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Lucida Sans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Lucida Sans" panose="020B0602030504020204" pitchFamily="34" charset="0"/>
              </a:rPr>
              <a:t>Basics user interface features.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Lucida Sans" panose="020B0602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Lucida Sans" panose="020B0602030504020204" pitchFamily="34" charset="0"/>
              </a:rPr>
              <a:t>Requires constraints to avoid infinite solutions.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2F8FD-D367-BABA-3CE8-C8AB2F12B903}"/>
              </a:ext>
            </a:extLst>
          </p:cNvPr>
          <p:cNvSpPr txBox="1"/>
          <p:nvPr/>
        </p:nvSpPr>
        <p:spPr>
          <a:xfrm>
            <a:off x="1069145" y="1935132"/>
            <a:ext cx="60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⚡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7444A6-D0F6-2CA7-1DD5-51FB689BD0A3}"/>
              </a:ext>
            </a:extLst>
          </p:cNvPr>
          <p:cNvSpPr txBox="1"/>
          <p:nvPr/>
        </p:nvSpPr>
        <p:spPr>
          <a:xfrm>
            <a:off x="7566820" y="1896416"/>
            <a:ext cx="636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📈</a:t>
            </a:r>
          </a:p>
        </p:txBody>
      </p:sp>
    </p:spTree>
    <p:extLst>
      <p:ext uri="{BB962C8B-B14F-4D97-AF65-F5344CB8AC3E}">
        <p14:creationId xmlns:p14="http://schemas.microsoft.com/office/powerpoint/2010/main" val="3046295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DF7556-EA68-98D7-0405-C26D6B6BD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89" y="78558"/>
            <a:ext cx="1536325" cy="14997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D15E2E-1E03-FE9A-9F58-E2A08A86E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950" y="58132"/>
            <a:ext cx="1475360" cy="1481456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127CA739-27F4-E6F4-C8DF-1F80526235B2}"/>
              </a:ext>
            </a:extLst>
          </p:cNvPr>
          <p:cNvSpPr/>
          <p:nvPr/>
        </p:nvSpPr>
        <p:spPr>
          <a:xfrm>
            <a:off x="0" y="1786597"/>
            <a:ext cx="12192000" cy="126609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25E72-3E43-A721-79F6-DA29FE0095F3}"/>
              </a:ext>
            </a:extLst>
          </p:cNvPr>
          <p:cNvSpPr txBox="1"/>
          <p:nvPr/>
        </p:nvSpPr>
        <p:spPr>
          <a:xfrm>
            <a:off x="3895814" y="501680"/>
            <a:ext cx="4400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E1CC4-FD70-1A12-055B-EEA15872BFAD}"/>
              </a:ext>
            </a:extLst>
          </p:cNvPr>
          <p:cNvSpPr txBox="1"/>
          <p:nvPr/>
        </p:nvSpPr>
        <p:spPr>
          <a:xfrm>
            <a:off x="2162714" y="2411418"/>
            <a:ext cx="700590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GB" sz="2800" dirty="0">
                <a:latin typeface="Lucida Sans" panose="020B0602030504020204" pitchFamily="34" charset="0"/>
              </a:rPr>
              <a:t>Successfully built a custom algebra engine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GB" sz="2800" dirty="0">
              <a:latin typeface="Lucida Sans" panose="020B0602030504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GB" sz="2800" dirty="0">
                <a:latin typeface="Lucida Sans" panose="020B0602030504020204" pitchFamily="34" charset="0"/>
              </a:rPr>
              <a:t>Efficiently solves complex financial allocation problems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GB" sz="2800" dirty="0">
              <a:latin typeface="Lucida Sans" panose="020B0602030504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GB" sz="2800" dirty="0">
                <a:latin typeface="Lucida Sans" panose="020B0602030504020204" pitchFamily="34" charset="0"/>
              </a:rPr>
              <a:t>Can be extended for real trading systems</a:t>
            </a:r>
            <a:endParaRPr lang="en-IN" sz="2800" dirty="0">
              <a:latin typeface="Lucida Sans" panose="020B0602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4775E0-F8D4-E32B-C314-415E1E480A78}"/>
              </a:ext>
            </a:extLst>
          </p:cNvPr>
          <p:cNvSpPr txBox="1"/>
          <p:nvPr/>
        </p:nvSpPr>
        <p:spPr>
          <a:xfrm>
            <a:off x="3151163" y="505265"/>
            <a:ext cx="576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🏁</a:t>
            </a:r>
          </a:p>
        </p:txBody>
      </p:sp>
    </p:spTree>
    <p:extLst>
      <p:ext uri="{BB962C8B-B14F-4D97-AF65-F5344CB8AC3E}">
        <p14:creationId xmlns:p14="http://schemas.microsoft.com/office/powerpoint/2010/main" val="245024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676260D-6168-D6AA-A005-E2886A21FB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022001" y="2961854"/>
                </a:moveTo>
                <a:lnTo>
                  <a:pt x="4118330" y="3275584"/>
                </a:lnTo>
                <a:lnTo>
                  <a:pt x="3926676" y="3275584"/>
                </a:lnTo>
                <a:close/>
                <a:moveTo>
                  <a:pt x="8321049" y="2924944"/>
                </a:moveTo>
                <a:cubicBezTo>
                  <a:pt x="8377802" y="2924944"/>
                  <a:pt x="8422748" y="2943895"/>
                  <a:pt x="8455888" y="2981797"/>
                </a:cubicBezTo>
                <a:cubicBezTo>
                  <a:pt x="8489026" y="3019698"/>
                  <a:pt x="8505596" y="3079726"/>
                  <a:pt x="8505596" y="3161879"/>
                </a:cubicBezTo>
                <a:cubicBezTo>
                  <a:pt x="8505596" y="3259510"/>
                  <a:pt x="8489721" y="3327177"/>
                  <a:pt x="8457971" y="3364880"/>
                </a:cubicBezTo>
                <a:cubicBezTo>
                  <a:pt x="8426221" y="3402583"/>
                  <a:pt x="8381374" y="3421435"/>
                  <a:pt x="8323431" y="3421435"/>
                </a:cubicBezTo>
                <a:cubicBezTo>
                  <a:pt x="8267074" y="3421435"/>
                  <a:pt x="8222525" y="3402187"/>
                  <a:pt x="8189783" y="3363690"/>
                </a:cubicBezTo>
                <a:cubicBezTo>
                  <a:pt x="8157041" y="3325193"/>
                  <a:pt x="8140670" y="3261891"/>
                  <a:pt x="8140670" y="3173785"/>
                </a:cubicBezTo>
                <a:cubicBezTo>
                  <a:pt x="8140670" y="3084885"/>
                  <a:pt x="8157140" y="3021187"/>
                  <a:pt x="8190081" y="2982690"/>
                </a:cubicBezTo>
                <a:cubicBezTo>
                  <a:pt x="8223021" y="2944193"/>
                  <a:pt x="8266678" y="2924944"/>
                  <a:pt x="8321049" y="2924944"/>
                </a:cubicBezTo>
                <a:close/>
                <a:moveTo>
                  <a:pt x="8924696" y="2735635"/>
                </a:moveTo>
                <a:lnTo>
                  <a:pt x="8924696" y="3255594"/>
                </a:lnTo>
                <a:cubicBezTo>
                  <a:pt x="8924696" y="3298426"/>
                  <a:pt x="8933030" y="3347604"/>
                  <a:pt x="8949699" y="3403129"/>
                </a:cubicBezTo>
                <a:cubicBezTo>
                  <a:pt x="8960018" y="3437632"/>
                  <a:pt x="8979167" y="3471145"/>
                  <a:pt x="9007146" y="3503667"/>
                </a:cubicBezTo>
                <a:cubicBezTo>
                  <a:pt x="9035126" y="3536189"/>
                  <a:pt x="9065984" y="3561275"/>
                  <a:pt x="9099718" y="3578923"/>
                </a:cubicBezTo>
                <a:cubicBezTo>
                  <a:pt x="9133452" y="3596572"/>
                  <a:pt x="9175422" y="3608371"/>
                  <a:pt x="9225626" y="3614321"/>
                </a:cubicBezTo>
                <a:cubicBezTo>
                  <a:pt x="9275831" y="3620271"/>
                  <a:pt x="9322166" y="3623246"/>
                  <a:pt x="9364632" y="3623246"/>
                </a:cubicBezTo>
                <a:cubicBezTo>
                  <a:pt x="9438054" y="3623246"/>
                  <a:pt x="9500958" y="3613529"/>
                  <a:pt x="9553346" y="3594094"/>
                </a:cubicBezTo>
                <a:cubicBezTo>
                  <a:pt x="9591049" y="3580216"/>
                  <a:pt x="9627066" y="3556123"/>
                  <a:pt x="9661395" y="3521815"/>
                </a:cubicBezTo>
                <a:cubicBezTo>
                  <a:pt x="9695725" y="3487507"/>
                  <a:pt x="9720926" y="3447449"/>
                  <a:pt x="9737000" y="3401641"/>
                </a:cubicBezTo>
                <a:cubicBezTo>
                  <a:pt x="9753074" y="3355833"/>
                  <a:pt x="9761110" y="3307151"/>
                  <a:pt x="9761110" y="3255594"/>
                </a:cubicBezTo>
                <a:lnTo>
                  <a:pt x="9761110" y="2735635"/>
                </a:lnTo>
                <a:lnTo>
                  <a:pt x="9492029" y="2735635"/>
                </a:lnTo>
                <a:lnTo>
                  <a:pt x="9492029" y="3267975"/>
                </a:lnTo>
                <a:cubicBezTo>
                  <a:pt x="9492029" y="3316350"/>
                  <a:pt x="9478832" y="3353723"/>
                  <a:pt x="9452440" y="3380094"/>
                </a:cubicBezTo>
                <a:cubicBezTo>
                  <a:pt x="9426048" y="3406464"/>
                  <a:pt x="9389635" y="3419649"/>
                  <a:pt x="9343200" y="3419649"/>
                </a:cubicBezTo>
                <a:cubicBezTo>
                  <a:pt x="9296369" y="3419649"/>
                  <a:pt x="9259758" y="3406267"/>
                  <a:pt x="9233366" y="3379503"/>
                </a:cubicBezTo>
                <a:cubicBezTo>
                  <a:pt x="9206974" y="3352739"/>
                  <a:pt x="9193777" y="3315562"/>
                  <a:pt x="9193777" y="3267975"/>
                </a:cubicBezTo>
                <a:lnTo>
                  <a:pt x="9193777" y="2735635"/>
                </a:lnTo>
                <a:close/>
                <a:moveTo>
                  <a:pt x="6940520" y="2735635"/>
                </a:moveTo>
                <a:lnTo>
                  <a:pt x="7280443" y="3242841"/>
                </a:lnTo>
                <a:lnTo>
                  <a:pt x="7280443" y="3608363"/>
                </a:lnTo>
                <a:lnTo>
                  <a:pt x="7550715" y="3608363"/>
                </a:lnTo>
                <a:lnTo>
                  <a:pt x="7550715" y="3242841"/>
                </a:lnTo>
                <a:lnTo>
                  <a:pt x="7890043" y="2735635"/>
                </a:lnTo>
                <a:lnTo>
                  <a:pt x="7592098" y="2735635"/>
                </a:lnTo>
                <a:lnTo>
                  <a:pt x="7415905" y="3030054"/>
                </a:lnTo>
                <a:lnTo>
                  <a:pt x="7240073" y="2735635"/>
                </a:lnTo>
                <a:close/>
                <a:moveTo>
                  <a:pt x="5610592" y="2735635"/>
                </a:moveTo>
                <a:lnTo>
                  <a:pt x="5610592" y="3608363"/>
                </a:lnTo>
                <a:lnTo>
                  <a:pt x="5880269" y="3608363"/>
                </a:lnTo>
                <a:lnTo>
                  <a:pt x="5880269" y="3395399"/>
                </a:lnTo>
                <a:lnTo>
                  <a:pt x="6019599" y="3249455"/>
                </a:lnTo>
                <a:lnTo>
                  <a:pt x="6203607" y="3608363"/>
                </a:lnTo>
                <a:lnTo>
                  <a:pt x="6535707" y="3608363"/>
                </a:lnTo>
                <a:lnTo>
                  <a:pt x="6202946" y="3065048"/>
                </a:lnTo>
                <a:lnTo>
                  <a:pt x="6521420" y="2735635"/>
                </a:lnTo>
                <a:lnTo>
                  <a:pt x="6162753" y="2735635"/>
                </a:lnTo>
                <a:lnTo>
                  <a:pt x="5880269" y="3065438"/>
                </a:lnTo>
                <a:lnTo>
                  <a:pt x="5880269" y="2735635"/>
                </a:lnTo>
                <a:close/>
                <a:moveTo>
                  <a:pt x="4592012" y="2735635"/>
                </a:moveTo>
                <a:lnTo>
                  <a:pt x="4592012" y="3608363"/>
                </a:lnTo>
                <a:lnTo>
                  <a:pt x="4845615" y="3608363"/>
                </a:lnTo>
                <a:lnTo>
                  <a:pt x="4845615" y="3129174"/>
                </a:lnTo>
                <a:lnTo>
                  <a:pt x="5172442" y="3608363"/>
                </a:lnTo>
                <a:lnTo>
                  <a:pt x="5426640" y="3608363"/>
                </a:lnTo>
                <a:lnTo>
                  <a:pt x="5426640" y="2735635"/>
                </a:lnTo>
                <a:lnTo>
                  <a:pt x="5172442" y="2735635"/>
                </a:lnTo>
                <a:lnTo>
                  <a:pt x="5172442" y="3218471"/>
                </a:lnTo>
                <a:lnTo>
                  <a:pt x="4843829" y="2735635"/>
                </a:lnTo>
                <a:close/>
                <a:moveTo>
                  <a:pt x="3878233" y="2735635"/>
                </a:moveTo>
                <a:lnTo>
                  <a:pt x="3550215" y="3608363"/>
                </a:lnTo>
                <a:lnTo>
                  <a:pt x="3825566" y="3608363"/>
                </a:lnTo>
                <a:lnTo>
                  <a:pt x="3868103" y="3464298"/>
                </a:lnTo>
                <a:lnTo>
                  <a:pt x="4174271" y="3464298"/>
                </a:lnTo>
                <a:lnTo>
                  <a:pt x="4217933" y="3608363"/>
                </a:lnTo>
                <a:lnTo>
                  <a:pt x="4500334" y="3608363"/>
                </a:lnTo>
                <a:lnTo>
                  <a:pt x="4172391" y="2735635"/>
                </a:lnTo>
                <a:close/>
                <a:moveTo>
                  <a:pt x="2619742" y="2735635"/>
                </a:moveTo>
                <a:lnTo>
                  <a:pt x="2619742" y="3608363"/>
                </a:lnTo>
                <a:lnTo>
                  <a:pt x="2889419" y="3608363"/>
                </a:lnTo>
                <a:lnTo>
                  <a:pt x="2889419" y="3255343"/>
                </a:lnTo>
                <a:lnTo>
                  <a:pt x="3184098" y="3255343"/>
                </a:lnTo>
                <a:lnTo>
                  <a:pt x="3184098" y="3608363"/>
                </a:lnTo>
                <a:lnTo>
                  <a:pt x="3454965" y="3608363"/>
                </a:lnTo>
                <a:lnTo>
                  <a:pt x="3454965" y="2735635"/>
                </a:lnTo>
                <a:lnTo>
                  <a:pt x="3184098" y="2735635"/>
                </a:lnTo>
                <a:lnTo>
                  <a:pt x="3184098" y="3041030"/>
                </a:lnTo>
                <a:lnTo>
                  <a:pt x="2889419" y="3041030"/>
                </a:lnTo>
                <a:lnTo>
                  <a:pt x="2889419" y="2735635"/>
                </a:lnTo>
                <a:close/>
                <a:moveTo>
                  <a:pt x="1680934" y="2735635"/>
                </a:moveTo>
                <a:lnTo>
                  <a:pt x="1680934" y="2951138"/>
                </a:lnTo>
                <a:lnTo>
                  <a:pt x="1955968" y="2951138"/>
                </a:lnTo>
                <a:lnTo>
                  <a:pt x="1955968" y="3608363"/>
                </a:lnTo>
                <a:lnTo>
                  <a:pt x="2225645" y="3608363"/>
                </a:lnTo>
                <a:lnTo>
                  <a:pt x="2225645" y="2951138"/>
                </a:lnTo>
                <a:lnTo>
                  <a:pt x="2500679" y="2951138"/>
                </a:lnTo>
                <a:lnTo>
                  <a:pt x="2500679" y="2735635"/>
                </a:lnTo>
                <a:close/>
                <a:moveTo>
                  <a:pt x="8321645" y="2720752"/>
                </a:moveTo>
                <a:cubicBezTo>
                  <a:pt x="8179960" y="2720752"/>
                  <a:pt x="8069430" y="2760440"/>
                  <a:pt x="7990056" y="2839815"/>
                </a:cubicBezTo>
                <a:cubicBezTo>
                  <a:pt x="7910681" y="2919190"/>
                  <a:pt x="7870993" y="3030116"/>
                  <a:pt x="7870993" y="3172594"/>
                </a:cubicBezTo>
                <a:cubicBezTo>
                  <a:pt x="7870993" y="3274591"/>
                  <a:pt x="7891035" y="3359523"/>
                  <a:pt x="7931120" y="3427388"/>
                </a:cubicBezTo>
                <a:cubicBezTo>
                  <a:pt x="7971204" y="3495254"/>
                  <a:pt x="8023492" y="3544863"/>
                  <a:pt x="8087984" y="3576216"/>
                </a:cubicBezTo>
                <a:cubicBezTo>
                  <a:pt x="8152476" y="3607569"/>
                  <a:pt x="8233935" y="3623246"/>
                  <a:pt x="8332360" y="3623246"/>
                </a:cubicBezTo>
                <a:cubicBezTo>
                  <a:pt x="8429198" y="3623246"/>
                  <a:pt x="8510061" y="3605089"/>
                  <a:pt x="8574950" y="3568775"/>
                </a:cubicBezTo>
                <a:cubicBezTo>
                  <a:pt x="8639839" y="3532461"/>
                  <a:pt x="8689448" y="3481661"/>
                  <a:pt x="8723778" y="3416375"/>
                </a:cubicBezTo>
                <a:cubicBezTo>
                  <a:pt x="8758108" y="3351089"/>
                  <a:pt x="8775272" y="3267448"/>
                  <a:pt x="8775272" y="3165451"/>
                </a:cubicBezTo>
                <a:cubicBezTo>
                  <a:pt x="8775272" y="3024957"/>
                  <a:pt x="8735982" y="2915717"/>
                  <a:pt x="8657400" y="2837731"/>
                </a:cubicBezTo>
                <a:cubicBezTo>
                  <a:pt x="8578820" y="2759745"/>
                  <a:pt x="8466900" y="2720752"/>
                  <a:pt x="8321645" y="272075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9600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E9A2B6-6795-6812-DB41-341E2291D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46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379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Black</vt:lpstr>
      <vt:lpstr>Arial Rounded MT Bold</vt:lpstr>
      <vt:lpstr>Calibri</vt:lpstr>
      <vt:lpstr>Calibri Light</vt:lpstr>
      <vt:lpstr>Lucida Bright</vt:lpstr>
      <vt:lpstr>Lucida Sans</vt:lpstr>
      <vt:lpstr>Wingdings</vt:lpstr>
      <vt:lpstr>Office Theme</vt:lpstr>
      <vt:lpstr>PowerPoint Presentation</vt:lpstr>
      <vt:lpstr>                 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sanghamitrarupawte@gmail.com</dc:creator>
  <cp:lastModifiedBy>sanghamitrarupawte@gmail.com</cp:lastModifiedBy>
  <cp:revision>1</cp:revision>
  <dcterms:created xsi:type="dcterms:W3CDTF">2026-04-04T17:37:38Z</dcterms:created>
  <dcterms:modified xsi:type="dcterms:W3CDTF">2026-04-05T04:17:37Z</dcterms:modified>
</cp:coreProperties>
</file>